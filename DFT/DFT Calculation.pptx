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22860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13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500" y="2244726"/>
            <a:ext cx="17145000" cy="4775200"/>
          </a:xfrm>
        </p:spPr>
        <p:txBody>
          <a:bodyPr anchor="b"/>
          <a:lstStyle>
            <a:lvl1pPr algn="ctr">
              <a:defRPr sz="11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0" y="7204076"/>
            <a:ext cx="17145000" cy="3311524"/>
          </a:xfrm>
        </p:spPr>
        <p:txBody>
          <a:bodyPr/>
          <a:lstStyle>
            <a:lvl1pPr marL="0" indent="0" algn="ctr">
              <a:buNone/>
              <a:defRPr sz="4500"/>
            </a:lvl1pPr>
            <a:lvl2pPr marL="857250" indent="0" algn="ctr">
              <a:buNone/>
              <a:defRPr sz="3750"/>
            </a:lvl2pPr>
            <a:lvl3pPr marL="1714500" indent="0" algn="ctr">
              <a:buNone/>
              <a:defRPr sz="3375"/>
            </a:lvl3pPr>
            <a:lvl4pPr marL="2571750" indent="0" algn="ctr">
              <a:buNone/>
              <a:defRPr sz="3000"/>
            </a:lvl4pPr>
            <a:lvl5pPr marL="3429000" indent="0" algn="ctr">
              <a:buNone/>
              <a:defRPr sz="3000"/>
            </a:lvl5pPr>
            <a:lvl6pPr marL="4286250" indent="0" algn="ctr">
              <a:buNone/>
              <a:defRPr sz="3000"/>
            </a:lvl6pPr>
            <a:lvl7pPr marL="5143500" indent="0" algn="ctr">
              <a:buNone/>
              <a:defRPr sz="3000"/>
            </a:lvl7pPr>
            <a:lvl8pPr marL="6000750" indent="0" algn="ctr">
              <a:buNone/>
              <a:defRPr sz="3000"/>
            </a:lvl8pPr>
            <a:lvl9pPr marL="6858000" indent="0" algn="ctr"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3FE4-D752-409E-9D0E-C7000B223AB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D50F-2236-401B-A414-07D6E8C7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948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3FE4-D752-409E-9D0E-C7000B223AB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D50F-2236-401B-A414-07D6E8C7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78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19" y="3419477"/>
            <a:ext cx="19716750" cy="5705474"/>
          </a:xfrm>
        </p:spPr>
        <p:txBody>
          <a:bodyPr anchor="b"/>
          <a:lstStyle>
            <a:lvl1pPr>
              <a:defRPr sz="11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19" y="9178927"/>
            <a:ext cx="19716750" cy="3000374"/>
          </a:xfrm>
        </p:spPr>
        <p:txBody>
          <a:bodyPr/>
          <a:lstStyle>
            <a:lvl1pPr marL="0" indent="0">
              <a:buNone/>
              <a:defRPr sz="4500">
                <a:solidFill>
                  <a:schemeClr val="tx1">
                    <a:tint val="82000"/>
                  </a:schemeClr>
                </a:solidFill>
              </a:defRPr>
            </a:lvl1pPr>
            <a:lvl2pPr marL="857250" indent="0">
              <a:buNone/>
              <a:defRPr sz="3750">
                <a:solidFill>
                  <a:schemeClr val="tx1">
                    <a:tint val="82000"/>
                  </a:schemeClr>
                </a:solidFill>
              </a:defRPr>
            </a:lvl2pPr>
            <a:lvl3pPr marL="1714500" indent="0">
              <a:buNone/>
              <a:defRPr sz="3375">
                <a:solidFill>
                  <a:schemeClr val="tx1">
                    <a:tint val="82000"/>
                  </a:schemeClr>
                </a:solidFill>
              </a:defRPr>
            </a:lvl3pPr>
            <a:lvl4pPr marL="257175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4pPr>
            <a:lvl5pPr marL="34290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5pPr>
            <a:lvl6pPr marL="428625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6pPr>
            <a:lvl7pPr marL="51435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7pPr>
            <a:lvl8pPr marL="600075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8pPr>
            <a:lvl9pPr marL="68580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3FE4-D752-409E-9D0E-C7000B223AB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D50F-2236-401B-A414-07D6E8C7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53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25" y="3651250"/>
            <a:ext cx="97155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75" y="3651250"/>
            <a:ext cx="97155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3FE4-D752-409E-9D0E-C7000B223AB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D50F-2236-401B-A414-07D6E8C7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3" y="730251"/>
            <a:ext cx="1971675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03" y="3362326"/>
            <a:ext cx="9670851" cy="1647824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57250" indent="0">
              <a:buNone/>
              <a:defRPr sz="3750" b="1"/>
            </a:lvl2pPr>
            <a:lvl3pPr marL="1714500" indent="0">
              <a:buNone/>
              <a:defRPr sz="3375" b="1"/>
            </a:lvl3pPr>
            <a:lvl4pPr marL="2571750" indent="0">
              <a:buNone/>
              <a:defRPr sz="3000" b="1"/>
            </a:lvl4pPr>
            <a:lvl5pPr marL="3429000" indent="0">
              <a:buNone/>
              <a:defRPr sz="3000" b="1"/>
            </a:lvl5pPr>
            <a:lvl6pPr marL="4286250" indent="0">
              <a:buNone/>
              <a:defRPr sz="3000" b="1"/>
            </a:lvl6pPr>
            <a:lvl7pPr marL="5143500" indent="0">
              <a:buNone/>
              <a:defRPr sz="3000" b="1"/>
            </a:lvl7pPr>
            <a:lvl8pPr marL="6000750" indent="0">
              <a:buNone/>
              <a:defRPr sz="3000" b="1"/>
            </a:lvl8pPr>
            <a:lvl9pPr marL="6858000" indent="0">
              <a:buNone/>
              <a:defRPr sz="3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03" y="5010150"/>
            <a:ext cx="9670851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75" y="3362326"/>
            <a:ext cx="9718478" cy="1647824"/>
          </a:xfrm>
        </p:spPr>
        <p:txBody>
          <a:bodyPr anchor="b"/>
          <a:lstStyle>
            <a:lvl1pPr marL="0" indent="0">
              <a:buNone/>
              <a:defRPr sz="4500" b="1"/>
            </a:lvl1pPr>
            <a:lvl2pPr marL="857250" indent="0">
              <a:buNone/>
              <a:defRPr sz="3750" b="1"/>
            </a:lvl2pPr>
            <a:lvl3pPr marL="1714500" indent="0">
              <a:buNone/>
              <a:defRPr sz="3375" b="1"/>
            </a:lvl3pPr>
            <a:lvl4pPr marL="2571750" indent="0">
              <a:buNone/>
              <a:defRPr sz="3000" b="1"/>
            </a:lvl4pPr>
            <a:lvl5pPr marL="3429000" indent="0">
              <a:buNone/>
              <a:defRPr sz="3000" b="1"/>
            </a:lvl5pPr>
            <a:lvl6pPr marL="4286250" indent="0">
              <a:buNone/>
              <a:defRPr sz="3000" b="1"/>
            </a:lvl6pPr>
            <a:lvl7pPr marL="5143500" indent="0">
              <a:buNone/>
              <a:defRPr sz="3000" b="1"/>
            </a:lvl7pPr>
            <a:lvl8pPr marL="6000750" indent="0">
              <a:buNone/>
              <a:defRPr sz="3000" b="1"/>
            </a:lvl8pPr>
            <a:lvl9pPr marL="6858000" indent="0">
              <a:buNone/>
              <a:defRPr sz="3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75" y="5010150"/>
            <a:ext cx="9718478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3FE4-D752-409E-9D0E-C7000B223AB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D50F-2236-401B-A414-07D6E8C7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88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3FE4-D752-409E-9D0E-C7000B223AB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D50F-2236-401B-A414-07D6E8C7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884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3FE4-D752-409E-9D0E-C7000B223AB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D50F-2236-401B-A414-07D6E8C7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22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4" y="914400"/>
            <a:ext cx="7372944" cy="32004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7" y="1974851"/>
            <a:ext cx="11572875" cy="9747250"/>
          </a:xfrm>
        </p:spPr>
        <p:txBody>
          <a:bodyPr/>
          <a:lstStyle>
            <a:lvl1pPr>
              <a:defRPr sz="6000"/>
            </a:lvl1pPr>
            <a:lvl2pPr>
              <a:defRPr sz="5250"/>
            </a:lvl2pPr>
            <a:lvl3pPr>
              <a:defRPr sz="4500"/>
            </a:lvl3pPr>
            <a:lvl4pPr>
              <a:defRPr sz="3750"/>
            </a:lvl4pPr>
            <a:lvl5pPr>
              <a:defRPr sz="3750"/>
            </a:lvl5pPr>
            <a:lvl6pPr>
              <a:defRPr sz="3750"/>
            </a:lvl6pPr>
            <a:lvl7pPr>
              <a:defRPr sz="3750"/>
            </a:lvl7pPr>
            <a:lvl8pPr>
              <a:defRPr sz="3750"/>
            </a:lvl8pPr>
            <a:lvl9pPr>
              <a:defRPr sz="3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4" y="4114800"/>
            <a:ext cx="7372944" cy="7623176"/>
          </a:xfrm>
        </p:spPr>
        <p:txBody>
          <a:bodyPr/>
          <a:lstStyle>
            <a:lvl1pPr marL="0" indent="0">
              <a:buNone/>
              <a:defRPr sz="3000"/>
            </a:lvl1pPr>
            <a:lvl2pPr marL="857250" indent="0">
              <a:buNone/>
              <a:defRPr sz="2625"/>
            </a:lvl2pPr>
            <a:lvl3pPr marL="1714500" indent="0">
              <a:buNone/>
              <a:defRPr sz="2250"/>
            </a:lvl3pPr>
            <a:lvl4pPr marL="2571750" indent="0">
              <a:buNone/>
              <a:defRPr sz="1875"/>
            </a:lvl4pPr>
            <a:lvl5pPr marL="3429000" indent="0">
              <a:buNone/>
              <a:defRPr sz="1875"/>
            </a:lvl5pPr>
            <a:lvl6pPr marL="4286250" indent="0">
              <a:buNone/>
              <a:defRPr sz="1875"/>
            </a:lvl6pPr>
            <a:lvl7pPr marL="5143500" indent="0">
              <a:buNone/>
              <a:defRPr sz="1875"/>
            </a:lvl7pPr>
            <a:lvl8pPr marL="6000750" indent="0">
              <a:buNone/>
              <a:defRPr sz="1875"/>
            </a:lvl8pPr>
            <a:lvl9pPr marL="6858000" indent="0">
              <a:buNone/>
              <a:defRPr sz="18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3FE4-D752-409E-9D0E-C7000B223AB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D50F-2236-401B-A414-07D6E8C7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56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4" y="914400"/>
            <a:ext cx="7372944" cy="320040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7" y="1974851"/>
            <a:ext cx="11572875" cy="9747250"/>
          </a:xfrm>
        </p:spPr>
        <p:txBody>
          <a:bodyPr anchor="t"/>
          <a:lstStyle>
            <a:lvl1pPr marL="0" indent="0">
              <a:buNone/>
              <a:defRPr sz="6000"/>
            </a:lvl1pPr>
            <a:lvl2pPr marL="857250" indent="0">
              <a:buNone/>
              <a:defRPr sz="5250"/>
            </a:lvl2pPr>
            <a:lvl3pPr marL="1714500" indent="0">
              <a:buNone/>
              <a:defRPr sz="4500"/>
            </a:lvl3pPr>
            <a:lvl4pPr marL="2571750" indent="0">
              <a:buNone/>
              <a:defRPr sz="3750"/>
            </a:lvl4pPr>
            <a:lvl5pPr marL="3429000" indent="0">
              <a:buNone/>
              <a:defRPr sz="3750"/>
            </a:lvl5pPr>
            <a:lvl6pPr marL="4286250" indent="0">
              <a:buNone/>
              <a:defRPr sz="3750"/>
            </a:lvl6pPr>
            <a:lvl7pPr marL="5143500" indent="0">
              <a:buNone/>
              <a:defRPr sz="3750"/>
            </a:lvl7pPr>
            <a:lvl8pPr marL="6000750" indent="0">
              <a:buNone/>
              <a:defRPr sz="3750"/>
            </a:lvl8pPr>
            <a:lvl9pPr marL="6858000" indent="0">
              <a:buNone/>
              <a:defRPr sz="37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4" y="4114800"/>
            <a:ext cx="7372944" cy="7623176"/>
          </a:xfrm>
        </p:spPr>
        <p:txBody>
          <a:bodyPr/>
          <a:lstStyle>
            <a:lvl1pPr marL="0" indent="0">
              <a:buNone/>
              <a:defRPr sz="3000"/>
            </a:lvl1pPr>
            <a:lvl2pPr marL="857250" indent="0">
              <a:buNone/>
              <a:defRPr sz="2625"/>
            </a:lvl2pPr>
            <a:lvl3pPr marL="1714500" indent="0">
              <a:buNone/>
              <a:defRPr sz="2250"/>
            </a:lvl3pPr>
            <a:lvl4pPr marL="2571750" indent="0">
              <a:buNone/>
              <a:defRPr sz="1875"/>
            </a:lvl4pPr>
            <a:lvl5pPr marL="3429000" indent="0">
              <a:buNone/>
              <a:defRPr sz="1875"/>
            </a:lvl5pPr>
            <a:lvl6pPr marL="4286250" indent="0">
              <a:buNone/>
              <a:defRPr sz="1875"/>
            </a:lvl6pPr>
            <a:lvl7pPr marL="5143500" indent="0">
              <a:buNone/>
              <a:defRPr sz="1875"/>
            </a:lvl7pPr>
            <a:lvl8pPr marL="6000750" indent="0">
              <a:buNone/>
              <a:defRPr sz="1875"/>
            </a:lvl8pPr>
            <a:lvl9pPr marL="6858000" indent="0">
              <a:buNone/>
              <a:defRPr sz="18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3FE4-D752-409E-9D0E-C7000B223AB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D50F-2236-401B-A414-07D6E8C7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391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3FE4-D752-409E-9D0E-C7000B223AB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D50F-2236-401B-A414-07D6E8C7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03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87" y="730250"/>
            <a:ext cx="4929188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25" y="730250"/>
            <a:ext cx="14501813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3FE4-D752-409E-9D0E-C7000B223AB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3D50F-2236-401B-A414-07D6E8C7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9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25" y="730251"/>
            <a:ext cx="1971675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25" y="3651250"/>
            <a:ext cx="1971675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25" y="12712701"/>
            <a:ext cx="51435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C93FE4-D752-409E-9D0E-C7000B223AB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75" y="12712701"/>
            <a:ext cx="77152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75" y="12712701"/>
            <a:ext cx="51435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3D50F-2236-401B-A414-07D6E8C76D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803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714500" rtl="0" eaLnBrk="1" latinLnBrk="0" hangingPunct="1">
        <a:lnSpc>
          <a:spcPct val="90000"/>
        </a:lnSpc>
        <a:spcBef>
          <a:spcPct val="0"/>
        </a:spcBef>
        <a:buNone/>
        <a:defRPr sz="8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8625" indent="-428625" algn="l" defTabSz="1714500" rtl="0" eaLnBrk="1" latinLnBrk="0" hangingPunct="1">
        <a:lnSpc>
          <a:spcPct val="90000"/>
        </a:lnSpc>
        <a:spcBef>
          <a:spcPts val="1875"/>
        </a:spcBef>
        <a:buFont typeface="Arial" panose="020B0604020202020204" pitchFamily="34" charset="0"/>
        <a:buChar char="•"/>
        <a:defRPr sz="5250" kern="1200">
          <a:solidFill>
            <a:schemeClr val="tx1"/>
          </a:solidFill>
          <a:latin typeface="+mn-lt"/>
          <a:ea typeface="+mn-ea"/>
          <a:cs typeface="+mn-cs"/>
        </a:defRPr>
      </a:lvl1pPr>
      <a:lvl2pPr marL="1285875" indent="-428625" algn="l" defTabSz="1714500" rtl="0" eaLnBrk="1" latinLnBrk="0" hangingPunct="1">
        <a:lnSpc>
          <a:spcPct val="90000"/>
        </a:lnSpc>
        <a:spcBef>
          <a:spcPts val="938"/>
        </a:spcBef>
        <a:buFont typeface="Arial" panose="020B0604020202020204" pitchFamily="34" charset="0"/>
        <a:buChar char="•"/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2143125" indent="-428625" algn="l" defTabSz="1714500" rtl="0" eaLnBrk="1" latinLnBrk="0" hangingPunct="1">
        <a:lnSpc>
          <a:spcPct val="90000"/>
        </a:lnSpc>
        <a:spcBef>
          <a:spcPts val="938"/>
        </a:spcBef>
        <a:buFont typeface="Arial" panose="020B0604020202020204" pitchFamily="34" charset="0"/>
        <a:buChar char="•"/>
        <a:defRPr sz="3750" kern="1200">
          <a:solidFill>
            <a:schemeClr val="tx1"/>
          </a:solidFill>
          <a:latin typeface="+mn-lt"/>
          <a:ea typeface="+mn-ea"/>
          <a:cs typeface="+mn-cs"/>
        </a:defRPr>
      </a:lvl3pPr>
      <a:lvl4pPr marL="3000375" indent="-428625" algn="l" defTabSz="1714500" rtl="0" eaLnBrk="1" latinLnBrk="0" hangingPunct="1">
        <a:lnSpc>
          <a:spcPct val="90000"/>
        </a:lnSpc>
        <a:spcBef>
          <a:spcPts val="938"/>
        </a:spcBef>
        <a:buFont typeface="Arial" panose="020B0604020202020204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4pPr>
      <a:lvl5pPr marL="3857625" indent="-428625" algn="l" defTabSz="1714500" rtl="0" eaLnBrk="1" latinLnBrk="0" hangingPunct="1">
        <a:lnSpc>
          <a:spcPct val="90000"/>
        </a:lnSpc>
        <a:spcBef>
          <a:spcPts val="938"/>
        </a:spcBef>
        <a:buFont typeface="Arial" panose="020B0604020202020204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5pPr>
      <a:lvl6pPr marL="4714875" indent="-428625" algn="l" defTabSz="1714500" rtl="0" eaLnBrk="1" latinLnBrk="0" hangingPunct="1">
        <a:lnSpc>
          <a:spcPct val="90000"/>
        </a:lnSpc>
        <a:spcBef>
          <a:spcPts val="938"/>
        </a:spcBef>
        <a:buFont typeface="Arial" panose="020B0604020202020204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6pPr>
      <a:lvl7pPr marL="5572125" indent="-428625" algn="l" defTabSz="1714500" rtl="0" eaLnBrk="1" latinLnBrk="0" hangingPunct="1">
        <a:lnSpc>
          <a:spcPct val="90000"/>
        </a:lnSpc>
        <a:spcBef>
          <a:spcPts val="938"/>
        </a:spcBef>
        <a:buFont typeface="Arial" panose="020B0604020202020204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7pPr>
      <a:lvl8pPr marL="6429375" indent="-428625" algn="l" defTabSz="1714500" rtl="0" eaLnBrk="1" latinLnBrk="0" hangingPunct="1">
        <a:lnSpc>
          <a:spcPct val="90000"/>
        </a:lnSpc>
        <a:spcBef>
          <a:spcPts val="938"/>
        </a:spcBef>
        <a:buFont typeface="Arial" panose="020B0604020202020204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8pPr>
      <a:lvl9pPr marL="7286625" indent="-428625" algn="l" defTabSz="1714500" rtl="0" eaLnBrk="1" latinLnBrk="0" hangingPunct="1">
        <a:lnSpc>
          <a:spcPct val="90000"/>
        </a:lnSpc>
        <a:spcBef>
          <a:spcPts val="938"/>
        </a:spcBef>
        <a:buFont typeface="Arial" panose="020B0604020202020204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14500" rtl="0" eaLnBrk="1" latinLnBrk="0" hangingPunct="1"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857250" algn="l" defTabSz="1714500" rtl="0" eaLnBrk="1" latinLnBrk="0" hangingPunct="1">
        <a:defRPr sz="3375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algn="l" defTabSz="1714500" rtl="0" eaLnBrk="1" latinLnBrk="0" hangingPunct="1">
        <a:defRPr sz="3375" kern="1200">
          <a:solidFill>
            <a:schemeClr val="tx1"/>
          </a:solidFill>
          <a:latin typeface="+mn-lt"/>
          <a:ea typeface="+mn-ea"/>
          <a:cs typeface="+mn-cs"/>
        </a:defRPr>
      </a:lvl3pPr>
      <a:lvl4pPr marL="2571750" algn="l" defTabSz="1714500" rtl="0" eaLnBrk="1" latinLnBrk="0" hangingPunct="1">
        <a:defRPr sz="3375" kern="1200">
          <a:solidFill>
            <a:schemeClr val="tx1"/>
          </a:solidFill>
          <a:latin typeface="+mn-lt"/>
          <a:ea typeface="+mn-ea"/>
          <a:cs typeface="+mn-cs"/>
        </a:defRPr>
      </a:lvl4pPr>
      <a:lvl5pPr marL="3429000" algn="l" defTabSz="1714500" rtl="0" eaLnBrk="1" latinLnBrk="0" hangingPunct="1">
        <a:defRPr sz="3375" kern="1200">
          <a:solidFill>
            <a:schemeClr val="tx1"/>
          </a:solidFill>
          <a:latin typeface="+mn-lt"/>
          <a:ea typeface="+mn-ea"/>
          <a:cs typeface="+mn-cs"/>
        </a:defRPr>
      </a:lvl5pPr>
      <a:lvl6pPr marL="4286250" algn="l" defTabSz="1714500" rtl="0" eaLnBrk="1" latinLnBrk="0" hangingPunct="1">
        <a:defRPr sz="3375" kern="1200">
          <a:solidFill>
            <a:schemeClr val="tx1"/>
          </a:solidFill>
          <a:latin typeface="+mn-lt"/>
          <a:ea typeface="+mn-ea"/>
          <a:cs typeface="+mn-cs"/>
        </a:defRPr>
      </a:lvl6pPr>
      <a:lvl7pPr marL="5143500" algn="l" defTabSz="1714500" rtl="0" eaLnBrk="1" latinLnBrk="0" hangingPunct="1">
        <a:defRPr sz="3375" kern="1200">
          <a:solidFill>
            <a:schemeClr val="tx1"/>
          </a:solidFill>
          <a:latin typeface="+mn-lt"/>
          <a:ea typeface="+mn-ea"/>
          <a:cs typeface="+mn-cs"/>
        </a:defRPr>
      </a:lvl7pPr>
      <a:lvl8pPr marL="6000750" algn="l" defTabSz="1714500" rtl="0" eaLnBrk="1" latinLnBrk="0" hangingPunct="1">
        <a:defRPr sz="3375" kern="1200">
          <a:solidFill>
            <a:schemeClr val="tx1"/>
          </a:solidFill>
          <a:latin typeface="+mn-lt"/>
          <a:ea typeface="+mn-ea"/>
          <a:cs typeface="+mn-cs"/>
        </a:defRPr>
      </a:lvl8pPr>
      <a:lvl9pPr marL="6858000" algn="l" defTabSz="1714500" rtl="0" eaLnBrk="1" latinLnBrk="0" hangingPunct="1">
        <a:defRPr sz="33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CCBD56-5F5A-164A-B75D-40EFBE150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83" y="1394505"/>
            <a:ext cx="4279900" cy="24241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30C69E-CDCD-C88D-E059-A2B3795F4ABA}"/>
              </a:ext>
            </a:extLst>
          </p:cNvPr>
          <p:cNvSpPr txBox="1"/>
          <p:nvPr/>
        </p:nvSpPr>
        <p:spPr>
          <a:xfrm>
            <a:off x="1917383" y="534474"/>
            <a:ext cx="2222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100_O2_surf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68C878-70DE-F9F6-B3A7-D615F6C20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983" y="1394505"/>
            <a:ext cx="4279900" cy="24305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F10664-3CCC-720D-DEF3-E1BB2A085C37}"/>
              </a:ext>
            </a:extLst>
          </p:cNvPr>
          <p:cNvSpPr txBox="1"/>
          <p:nvPr/>
        </p:nvSpPr>
        <p:spPr>
          <a:xfrm>
            <a:off x="5778184" y="534473"/>
            <a:ext cx="3543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100_Ar_sub2_O2_surf </a:t>
            </a:r>
            <a:endParaRPr lang="en-US" sz="24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E2062A-7A11-FACF-052C-0FBBD6E0C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8583" y="1394506"/>
            <a:ext cx="4707608" cy="24241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50A9A9-6A13-8708-BA5B-7B668278A3E5}"/>
              </a:ext>
            </a:extLst>
          </p:cNvPr>
          <p:cNvSpPr txBox="1"/>
          <p:nvPr/>
        </p:nvSpPr>
        <p:spPr>
          <a:xfrm>
            <a:off x="10959785" y="534473"/>
            <a:ext cx="14895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100_O_in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BA2FEB-6EE3-A5B8-05E0-049D36C9E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72783" y="1381711"/>
            <a:ext cx="4838182" cy="24241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8CAAB9-A066-8F5F-D574-4F066886DD58}"/>
              </a:ext>
            </a:extLst>
          </p:cNvPr>
          <p:cNvSpPr txBox="1"/>
          <p:nvPr/>
        </p:nvSpPr>
        <p:spPr>
          <a:xfrm>
            <a:off x="15009741" y="534473"/>
            <a:ext cx="3201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100_Ar_sub2_O_in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C29DC2-E808-CF3F-0337-B4C08A9704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85673" y="1096975"/>
            <a:ext cx="4060317" cy="27088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494165B-5FFF-FB1B-0444-7576FBE76145}"/>
              </a:ext>
            </a:extLst>
          </p:cNvPr>
          <p:cNvSpPr txBox="1"/>
          <p:nvPr/>
        </p:nvSpPr>
        <p:spPr>
          <a:xfrm>
            <a:off x="19644802" y="534473"/>
            <a:ext cx="26011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110_O2_surf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373D5F2-BC19-B28E-F1B1-AC3A3F2815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398" y="5089864"/>
            <a:ext cx="5077269" cy="33454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1CF9377-5A24-3634-6B0C-695DEC5BCEC7}"/>
              </a:ext>
            </a:extLst>
          </p:cNvPr>
          <p:cNvSpPr txBox="1"/>
          <p:nvPr/>
        </p:nvSpPr>
        <p:spPr>
          <a:xfrm>
            <a:off x="1752600" y="4356783"/>
            <a:ext cx="3682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110_Ar_sub1_O2_surf 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7E1136C-AAC5-8101-DEC4-3B0836075D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2983" y="5201153"/>
            <a:ext cx="4764930" cy="312290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1AD0C09-8779-5661-2945-0C3F7CDEB4A0}"/>
              </a:ext>
            </a:extLst>
          </p:cNvPr>
          <p:cNvSpPr txBox="1"/>
          <p:nvPr/>
        </p:nvSpPr>
        <p:spPr>
          <a:xfrm>
            <a:off x="6187013" y="4356783"/>
            <a:ext cx="3390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110_Ar_sub2_O2_surf 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AC480CB-2B76-C867-A0BD-F49D25899C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2883" y="5331116"/>
            <a:ext cx="4764930" cy="29361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675F7B9-7560-923C-2E76-4A3830A83D3B}"/>
              </a:ext>
            </a:extLst>
          </p:cNvPr>
          <p:cNvSpPr txBox="1"/>
          <p:nvPr/>
        </p:nvSpPr>
        <p:spPr>
          <a:xfrm>
            <a:off x="10742636" y="4356783"/>
            <a:ext cx="26301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110_Vac_O2_surf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6F60916-C9D6-15E9-04E1-920ADC13596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26728" y="5201153"/>
            <a:ext cx="4507272" cy="295514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B59695C-953E-3FC5-74CF-1A8B178728F9}"/>
              </a:ext>
            </a:extLst>
          </p:cNvPr>
          <p:cNvSpPr txBox="1"/>
          <p:nvPr/>
        </p:nvSpPr>
        <p:spPr>
          <a:xfrm>
            <a:off x="15676633" y="4356783"/>
            <a:ext cx="1811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110_O_in 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BC1DB58-ED2A-B99D-C366-CEB800F478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962194" y="5089864"/>
            <a:ext cx="4507273" cy="295769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535B46A-0EDC-2A11-C148-847563DB3DDD}"/>
              </a:ext>
            </a:extLst>
          </p:cNvPr>
          <p:cNvSpPr txBox="1"/>
          <p:nvPr/>
        </p:nvSpPr>
        <p:spPr>
          <a:xfrm>
            <a:off x="19450284" y="4356783"/>
            <a:ext cx="28246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110_Ar_sub1_O</a:t>
            </a:r>
            <a:r>
              <a:rPr lang="pt-BR"/>
              <a:t>_in</a:t>
            </a:r>
            <a:r>
              <a:rPr lang="pt-BR" dirty="0"/>
              <a:t> </a:t>
            </a:r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ADD7491-6502-1101-01C6-C0CF4DF7DE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62827" y="9624604"/>
            <a:ext cx="4887007" cy="323895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8CDB95C-75B5-E641-6215-769731A9F21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04" y="9624604"/>
            <a:ext cx="4854624" cy="308786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8024A4B-64CA-E9F3-C5C0-443499AF8D8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151164" y="9624604"/>
            <a:ext cx="4016730" cy="317874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ED277F6D-E1CA-C6E8-448F-8356B94C27FB}"/>
              </a:ext>
            </a:extLst>
          </p:cNvPr>
          <p:cNvSpPr txBox="1"/>
          <p:nvPr/>
        </p:nvSpPr>
        <p:spPr>
          <a:xfrm>
            <a:off x="4515572" y="9051649"/>
            <a:ext cx="28544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110_Ar_sub2_O_in 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1B1DBD-BAC3-F0B8-EE75-1D6E31693AF6}"/>
              </a:ext>
            </a:extLst>
          </p:cNvPr>
          <p:cNvSpPr txBox="1"/>
          <p:nvPr/>
        </p:nvSpPr>
        <p:spPr>
          <a:xfrm>
            <a:off x="10959785" y="9053901"/>
            <a:ext cx="2091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110_O_surf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44EDBC-6AB8-CB21-8E2D-66236EACEAB0}"/>
              </a:ext>
            </a:extLst>
          </p:cNvPr>
          <p:cNvSpPr txBox="1"/>
          <p:nvPr/>
        </p:nvSpPr>
        <p:spPr>
          <a:xfrm>
            <a:off x="16263933" y="9051648"/>
            <a:ext cx="2447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110_Ar2_O_surf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116531-6272-3F47-3E0A-8D2320937E7C}"/>
              </a:ext>
            </a:extLst>
          </p:cNvPr>
          <p:cNvSpPr txBox="1"/>
          <p:nvPr/>
        </p:nvSpPr>
        <p:spPr>
          <a:xfrm>
            <a:off x="777958" y="1233882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5C5B22-D455-F324-9DDC-9B6E8C5F4CF7}"/>
              </a:ext>
            </a:extLst>
          </p:cNvPr>
          <p:cNvSpPr txBox="1"/>
          <p:nvPr/>
        </p:nvSpPr>
        <p:spPr>
          <a:xfrm>
            <a:off x="5057858" y="1285403"/>
            <a:ext cx="625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43A610-DA92-1305-AF40-0F38E25F9737}"/>
              </a:ext>
            </a:extLst>
          </p:cNvPr>
          <p:cNvSpPr txBox="1"/>
          <p:nvPr/>
        </p:nvSpPr>
        <p:spPr>
          <a:xfrm>
            <a:off x="9625873" y="1379272"/>
            <a:ext cx="5838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B8FE72-519D-A485-7B9C-FFCD18EA6EF2}"/>
              </a:ext>
            </a:extLst>
          </p:cNvPr>
          <p:cNvSpPr txBox="1"/>
          <p:nvPr/>
        </p:nvSpPr>
        <p:spPr>
          <a:xfrm>
            <a:off x="13916854" y="1286678"/>
            <a:ext cx="625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BC7FF1-1A7B-7414-C0BF-5F95F07300D5}"/>
              </a:ext>
            </a:extLst>
          </p:cNvPr>
          <p:cNvSpPr txBox="1"/>
          <p:nvPr/>
        </p:nvSpPr>
        <p:spPr>
          <a:xfrm>
            <a:off x="18670979" y="1285403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0632DB-0C20-F759-FB37-C08123197E58}"/>
              </a:ext>
            </a:extLst>
          </p:cNvPr>
          <p:cNvSpPr txBox="1"/>
          <p:nvPr/>
        </p:nvSpPr>
        <p:spPr>
          <a:xfrm>
            <a:off x="777957" y="5318071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A42EAC3-C821-8B25-1D2C-58A7947CAA88}"/>
              </a:ext>
            </a:extLst>
          </p:cNvPr>
          <p:cNvSpPr txBox="1"/>
          <p:nvPr/>
        </p:nvSpPr>
        <p:spPr>
          <a:xfrm>
            <a:off x="5057857" y="5233992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5E1B9A-4546-CD64-708C-34D422B4A8B3}"/>
              </a:ext>
            </a:extLst>
          </p:cNvPr>
          <p:cNvSpPr txBox="1"/>
          <p:nvPr/>
        </p:nvSpPr>
        <p:spPr>
          <a:xfrm>
            <a:off x="9629436" y="5274281"/>
            <a:ext cx="625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532617E-3D78-3150-9BA2-93DAE426C312}"/>
              </a:ext>
            </a:extLst>
          </p:cNvPr>
          <p:cNvSpPr txBox="1"/>
          <p:nvPr/>
        </p:nvSpPr>
        <p:spPr>
          <a:xfrm>
            <a:off x="14182904" y="5201153"/>
            <a:ext cx="524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48AB83-BD9D-BE97-3D51-0CC7FA9E0A6F}"/>
              </a:ext>
            </a:extLst>
          </p:cNvPr>
          <p:cNvSpPr txBox="1"/>
          <p:nvPr/>
        </p:nvSpPr>
        <p:spPr>
          <a:xfrm>
            <a:off x="18670978" y="5261692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(j)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910473-8279-52BA-82EC-B26194DDA696}"/>
              </a:ext>
            </a:extLst>
          </p:cNvPr>
          <p:cNvSpPr txBox="1"/>
          <p:nvPr/>
        </p:nvSpPr>
        <p:spPr>
          <a:xfrm>
            <a:off x="3547872" y="9624604"/>
            <a:ext cx="707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F98A0E7-6ED8-E05B-21D9-D096DBDA0C9F}"/>
              </a:ext>
            </a:extLst>
          </p:cNvPr>
          <p:cNvSpPr txBox="1"/>
          <p:nvPr/>
        </p:nvSpPr>
        <p:spPr>
          <a:xfrm>
            <a:off x="9577913" y="9629720"/>
            <a:ext cx="604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56BEE57-6EE2-DF82-9F0C-0593EB6705AD}"/>
              </a:ext>
            </a:extLst>
          </p:cNvPr>
          <p:cNvSpPr txBox="1"/>
          <p:nvPr/>
        </p:nvSpPr>
        <p:spPr>
          <a:xfrm>
            <a:off x="15307057" y="9624604"/>
            <a:ext cx="775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(m)</a:t>
            </a:r>
          </a:p>
        </p:txBody>
      </p:sp>
    </p:spTree>
    <p:extLst>
      <p:ext uri="{BB962C8B-B14F-4D97-AF65-F5344CB8AC3E}">
        <p14:creationId xmlns:p14="http://schemas.microsoft.com/office/powerpoint/2010/main" val="2854547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4A002A-A524-3C54-83D6-A075C3A17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164" y="1084470"/>
            <a:ext cx="20249207" cy="845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61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9674</TotalTime>
  <Words>132</Words>
  <Application>Microsoft Office PowerPoint</Application>
  <PresentationFormat>Custom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Wande Cairang</dc:creator>
  <cp:lastModifiedBy>Wande Cairang</cp:lastModifiedBy>
  <cp:revision>2</cp:revision>
  <dcterms:created xsi:type="dcterms:W3CDTF">2024-10-19T20:25:47Z</dcterms:created>
  <dcterms:modified xsi:type="dcterms:W3CDTF">2025-09-05T17:39:59Z</dcterms:modified>
</cp:coreProperties>
</file>